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tokens/s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</c:v>
                  </c:pt>
                  <c:pt idx="1">
                    <c:v>A</c:v>
                  </c:pt>
                  <c:pt idx="2">
                    <c:v>B</c:v>
                  </c:pt>
                  <c:pt idx="3">
                    <c:v>C</c:v>
                  </c:pt>
                  <c:pt idx="4">
                    <c:v>D</c:v>
                  </c:pt>
                  <c:pt idx="5">
                    <c:v>E</c:v>
                  </c:pt>
                  <c:pt idx="6">
                    <c:v>F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262.591</c:v>
                </c:pt>
                <c:pt idx="1">
                  <c:v>262.011</c:v>
                </c:pt>
                <c:pt idx="2">
                  <c:v>262.33</c:v>
                </c:pt>
                <c:pt idx="3">
                  <c:v>462.105</c:v>
                </c:pt>
                <c:pt idx="4">
                  <c:v>755.355</c:v>
                </c:pt>
                <c:pt idx="5">
                  <c:v>752.1</c:v>
                </c:pt>
                <c:pt idx="6">
                  <c:v>1084.52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tokens/s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
base batch</c:v>
                  </c:pt>
                  <c:pt idx="1">
                    <c:v>G
eager off</c:v>
                  </c:pt>
                  <c:pt idx="2">
                    <c:v>H
chunked prefill</c:v>
                  </c:pt>
                  <c:pt idx="3">
                    <c:v>I
scheduler=2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1084.52</c:v>
                </c:pt>
                <c:pt idx="1">
                  <c:v>1088.25</c:v>
                </c:pt>
                <c:pt idx="2">
                  <c:v>1193.32</c:v>
                </c:pt>
                <c:pt idx="3">
                  <c:v>1115.07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20"/>
          <c:min val="1000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15–20 sec. Open with the result: I improved tokens/s from 262.591 to 1193.320. Then frame the presentation: the hard part was not a single magic parameter; it was making MLPerf, Slurm, Apptainer, vLLM, and the GPU agree with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35–40 sec. Say: The assignment sounds like run MLPerf, but my actual work became full-stack systems debugging. Slurm schedules the job, Apptainer isolates the environment, vLLM runs inference, LoadGen drives Offline load, and MLPerf judges validity. I kept the official constraints fixed and only tuned allowed knobs.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75–85 sec. Spend the most time here. Explain the failure: Apptainer builds huge OCI/ROCm layers and by default tried to use home or global temp storage. The home filesystem was 100% full and root was nearly full, so even editing scripts became risky. The key engineering workaround was to use /dev/shm as a temporary high-capacity RAM disk by redirecting APPTAINER_TMPDIR and APPTAINER_CACHEDIR, then using symlinks when hardcoded scripts ignored those variables. This is why the container could finally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50–60 sec. This is the second hardest point. The run was possible, but my changes were not actually applied. The container used its baked-in files, so I had a false sense of tuning. The fix was a bind mount from the active host workspace to /lab-mlperf-inference, then a sanity check by reading the YAML from inside the container. This made later experimental results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35–45 sec. Say: This was the point where the project moved from infrastructure fixing to performance tuning. The baseline was valid, which mattered. But 262.591 tokens/s with max_num_seqs = 8 showed the workload was likely under-batched for Offline throughput. My hypothesis: more concurrency, not just more memory, should increase tokens/s.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85–95 sec. This is the main results slide. Explain the pattern, not every row. A and B increased max_num_batched_tokens from 2048 to 4096 and 8192, but tokens/s stayed near 262. The first big jump happened when sequence concurrency increased to 16 in Run C. Then 32 in Run D reached 755. Run E increased token batch size more but slightly dropped, so bigger is not always better. Run F raised sequence concurrency to 64 and reached 1084.520 tokens/s, about 4.13x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40–50 sec. Clarify the methodology: After finding Run F, I tested extra vLLM settings one at a time. Disabling eager barely helped. num_scheduler_steps = 2 helped a bit. Chunked prefill was strongest at 1193.320 tokens/s. Emphasize these were not combined, so the report stays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35–45 sec. Close with final result and lesson. I improved from 262.591 to 1193.320 tokens/s, or 4.54x. The most important lesson is not simply max_num_seqs equals good; it is that benchmark tuning must be validity-first. I had to solve storage, mounts, and config shadowing before the performance data meant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Do not present unless asked. This table supports the chart claims and clarifies that the extra tweaks were individual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6949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MLPerf Llama2-7B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6400800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“it won’t run”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4.54× throughput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3504" y="2788920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Offline · PerformanceOnly · single AMD GPU · Llama2-7B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4050792"/>
            <a:ext cx="18288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262.6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4983480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tokens/s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88920" y="4050792"/>
            <a:ext cx="20116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1193.3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8892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valid run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88920" y="4983480"/>
            <a:ext cx="20116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tokens/s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66360" y="4050792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4.54×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66360" y="4709160"/>
            <a:ext cx="1645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66360" y="4983480"/>
            <a:ext cx="16459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throughput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423160" y="4462272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00600" y="4462272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03504" y="60533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5-minute engineering status report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09560" y="1417320"/>
            <a:ext cx="33375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The story is not just tuning; it is debugging the whole stack first.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result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project was full-stack benchmark execution, not just one config file.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First, the benchmark had to survive Slurm, Apptainer, storage, mounts, and vLLM before any optimization counted.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50876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Slurm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1508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allocate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1 GPU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49424" y="2020824"/>
            <a:ext cx="53035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26080" y="1828800"/>
            <a:ext cx="150876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Apptainer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2331720"/>
            <a:ext cx="1508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isolate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runtime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17136" y="2020824"/>
            <a:ext cx="53035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93792" y="1828800"/>
            <a:ext cx="150876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vLLM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93792" y="2331720"/>
            <a:ext cx="1508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serve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model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84848" y="2020824"/>
            <a:ext cx="53035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461504" y="1828800"/>
            <a:ext cx="150876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LoadGen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61504" y="2331720"/>
            <a:ext cx="1508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issue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offline load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52560" y="2020824"/>
            <a:ext cx="53035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729216" y="1828800"/>
            <a:ext cx="150876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MLPerf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29216" y="2331720"/>
            <a:ext cx="1508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validate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result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Why setup mattered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4069080"/>
            <a:ext cx="3200400" cy="7589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If any layer fails, the final tokens/s is meaningless: the run either crashes, reads stale configs, or violates the one-GPU constraint.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3703320"/>
            <a:ext cx="2880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What stayed fixed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4069080"/>
            <a:ext cx="2880360" cy="7589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Model: Llama2-7B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Scenario: Offline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Mode: PerformanceOnly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GPU count: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Dataset/model paths: unchanged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82128" y="3703320"/>
            <a:ext cx="3246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What I changed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82128" y="4069080"/>
            <a:ext cx="3246120" cy="7589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Only allowed runtime/config knobs: batching, concurrency, GPU memory utilization, and a few vLLM execution switches.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and constraints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most taxing blocker was storage exhaustion during container construction.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deserved the most time because no benchmark or tuning was possible until the container could build and run.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Observed failure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755648"/>
            <a:ext cx="38404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FATAL: no space left on device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Storage audit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1554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/home/hpc-i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22576" y="3081528"/>
            <a:ext cx="1920240" cy="12801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9976" y="2999232"/>
            <a:ext cx="1097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100% full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22576" y="3538728"/>
            <a:ext cx="1901038" cy="12801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9976" y="3456432"/>
            <a:ext cx="1097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99% full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3931920"/>
            <a:ext cx="1554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/dev/shm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22576" y="3995928"/>
            <a:ext cx="345643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9976" y="3913632"/>
            <a:ext cx="1097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315 GB free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Workaround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755648"/>
            <a:ext cx="397764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Redirect volatile build pressure to RAM disk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2450592"/>
            <a:ext cx="4480560" cy="1078992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APPTAINER_TMPDIR=/dev/shm/.../tmp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APPTAINER_CACHEDIR=/dev/shm/.../cache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symlink hidden .apptainer_build paths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984248"/>
            <a:ext cx="53035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0" y="3977640"/>
            <a:ext cx="44805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Result: an 8.0 GB persistent .sif image was generated after bypassing home-directory quota pressure.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92640" y="384048"/>
            <a:ext cx="1325880" cy="310896"/>
          </a:xfrm>
          <a:prstGeom prst="roundRect">
            <a:avLst/>
          </a:prstGeom>
          <a:solidFill>
            <a:srgbClr val="F87171"/>
          </a:solidFill>
          <a:ln>
            <a:solidFill>
              <a:srgbClr val="F87171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most taxing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Hardest setup blocker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hidden blocker was configuration shadowing inside the container.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benchmark ran, but the local YAML edits were invisible until the workspace was bound into the container path.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27432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Host workspace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~/inference_results_v5.1/closed/AMD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828800"/>
            <a:ext cx="27432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Apptainer image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/lab-mlperf-inference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1828800"/>
            <a:ext cx="24688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vLLM harness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reads internal YAML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39312" y="2304288"/>
            <a:ext cx="685800" cy="0"/>
          </a:xfrm>
          <a:prstGeom prst="line">
            <a:avLst/>
          </a:prstGeom>
          <a:noFill/>
          <a:ln w="3810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75888" y="2542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</a:rPr>
              <a:t>not mounted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60920" y="2304288"/>
            <a:ext cx="713232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60920" y="2542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</a:rPr>
              <a:t>stale defaults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Symptom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384048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Logs still showed conservative defaults even after editing local YAML: gpu_memory_utilization stayed at 0.70.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3840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Fix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4160520"/>
            <a:ext cx="4434840" cy="347472"/>
          </a:xfrm>
          <a:prstGeom prst="roundRect">
            <a:avLst/>
          </a:prstGeom>
          <a:solidFill>
            <a:srgbClr val="020617"/>
          </a:solidFill>
          <a:ln>
            <a:solidFill>
              <a:srgbClr val="22C55E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--bind /home/.../closed/AMD:/lab-mlperf-inference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46451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Sanity check: cat the YAML from inside the container before wasting a Slurm run.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configuration validity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valid baseline proved the pipeline worked, but it exposed underutilization.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default vLLM configuration was safe, not fast.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2560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262.591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baseline throughput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2560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tokens/s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566160" y="1627632"/>
            <a:ext cx="18288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6616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 processed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66160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samples/s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06440" y="1627632"/>
            <a:ext cx="19202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06440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memory util cap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06440" y="2560320"/>
            <a:ext cx="19202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default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229600" y="1627632"/>
            <a:ext cx="1280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2286000"/>
            <a:ext cx="12801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concurrent seqs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0" y="2560320"/>
            <a:ext cx="128016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max_num_seqs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Bottleneck interpretation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466344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The system was valid, but the scheduler was only allowed to keep a small number of requests active. Offline mode rewards aggregate work, so concurrency became the main target.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657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Tuning hypothesis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023360"/>
            <a:ext cx="438912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Increase the amount of useful work per GPU pass by raising max_num_batched_tokens and especially max_num_seqs, while checking MLPerf VALID status each time.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and bottleneck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winning knob was sequence concurrency; token batch size alone barely moved throughput.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A and B changed max_num_batched_tokens only, but the big gains arrived when max_num_seqs increased.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7315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66760" y="1508760"/>
            <a:ext cx="274320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A/B: bigger token window only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≈ no improvement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66760" y="2523744"/>
            <a:ext cx="274320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C/D/F: max_num_seqs raised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→ throughput jumped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66760" y="3749040"/>
            <a:ext cx="2743200" cy="822960"/>
          </a:xfrm>
          <a:prstGeom prst="roundRect">
            <a:avLst/>
          </a:prstGeom>
          <a:solidFill>
            <a:srgbClr val="020617"/>
          </a:solidFill>
          <a:ln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Best batching stage: F = 1084.520 tokens/s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Config: 16384 batched tokens · 64 seqs · 0.90 memory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66760" y="4892040"/>
            <a:ext cx="2743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4.13× over baseline before extra switches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tuning results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extra vLLM tweaks were tested individually; chunked prefill won.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not combined results, so the comparison isolates each knob after the Run F batching setup.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1732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Best single extra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0" y="1847088"/>
            <a:ext cx="2743200" cy="384048"/>
          </a:xfrm>
          <a:prstGeom prst="roundRect">
            <a:avLst/>
          </a:prstGeom>
          <a:solidFill>
            <a:srgbClr val="020617"/>
          </a:solidFill>
          <a:ln>
            <a:solidFill>
              <a:srgbClr val="22C55E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enable_chunked_prefill: True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58200" y="2633472"/>
            <a:ext cx="21488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1193.320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458200" y="3291840"/>
            <a:ext cx="2148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H result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458200" y="3566160"/>
            <a:ext cx="21488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tokens/s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275320" y="3977640"/>
            <a:ext cx="2651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+10.03% vs Run F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+4.54× vs baseline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5074920"/>
            <a:ext cx="288036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Important: I did not claim G/H/I were combined; each was tested as its own added tweak.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tuning results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result: 4.54× more tokens/s under the same required benchmark constraints.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valid run kept the model, dataset, Offline scenario, PerformanceOnly mode, and single-GPU rule unchanged.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262.591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baseline tokens/s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29000" y="2029968"/>
            <a:ext cx="1143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800600" y="1554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1193.320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800600" y="2487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final tokens/s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144475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4.54×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138160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throughput gain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What I learned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005072"/>
            <a:ext cx="475488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For benchmark optimization, validity comes before speed: first make the stack observable and trustworthy, then tune the bottleneck the data actually shows.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Final config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4005072"/>
            <a:ext cx="3977640" cy="896112"/>
          </a:xfrm>
          <a:prstGeom prst="roundRect">
            <a:avLst/>
          </a:prstGeom>
          <a:solidFill>
            <a:srgbClr val="020617"/>
          </a:solidFill>
          <a:ln>
            <a:solidFill>
              <a:srgbClr val="22C55E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gpu_memory_utilization: 0.90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max_num_batched_tokens: 16384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max_num_seqs: 64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enable_chunked_prefill: True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5358384"/>
            <a:ext cx="914400" cy="310896"/>
          </a:xfrm>
          <a:prstGeom prst="roundRect">
            <a:avLst/>
          </a:prstGeom>
          <a:solidFill>
            <a:srgbClr val="243447"/>
          </a:solidFill>
          <a:ln>
            <a:solidFill>
              <a:srgbClr val="243447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Offline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5358384"/>
            <a:ext cx="1417320" cy="310896"/>
          </a:xfrm>
          <a:prstGeom prst="roundRect">
            <a:avLst/>
          </a:prstGeom>
          <a:solidFill>
            <a:srgbClr val="243447"/>
          </a:solidFill>
          <a:ln>
            <a:solidFill>
              <a:srgbClr val="243447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PerformanceOnly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880" y="5358384"/>
            <a:ext cx="1097280" cy="310896"/>
          </a:xfrm>
          <a:prstGeom prst="roundRect">
            <a:avLst/>
          </a:prstGeom>
          <a:solidFill>
            <a:srgbClr val="243447"/>
          </a:solidFill>
          <a:ln>
            <a:solidFill>
              <a:srgbClr val="243447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single GPU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5358384"/>
            <a:ext cx="1051560" cy="310896"/>
          </a:xfrm>
          <a:prstGeom prst="roundRect">
            <a:avLst/>
          </a:prstGeom>
          <a:solidFill>
            <a:srgbClr val="243447"/>
          </a:solidFill>
          <a:ln>
            <a:solidFill>
              <a:srgbClr val="243447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VALID only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exact run table for Q&amp;A.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only if someone asks for the detailed experimental sequence.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972800" cy="452628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   batched tokens   seqs   GPU mem   Extra                    Tokens/s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Base  2048             8      0.70      original                 262.591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    4096             8      0.70      tokens only              262.011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    8192             8      0.70      tokens only              262.330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   8192             16     0.80      concurrency              462.105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     8192             32     0.80      more concurrency         755.355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     16384            32     0.90      larger token batch       752.100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     16384            64     0.90      higher seqs              1084.520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     same as F        same   same      enforce_eager False     1088.250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     same as F        same   same      chunked prefill True    1193.320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     same as F        same   same      scheduler steps 2        1115.070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685800" y="5897880"/>
            <a:ext cx="8595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Reminder: G, H, and I are individual one-knob tests after Run F, not a combined configuration.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28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NTHU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MLPerf Llama2-7B: 4.54× Throughput Improvement</dc:title>
  <dc:subject>MLPerf Llama2-7B Offline throughput optimization</dc:subject>
  <dc:creator>William Tsai / ChatGPT</dc:creator>
  <cp:lastModifiedBy>William Tsai / ChatGPT</cp:lastModifiedBy>
  <cp:revision>1</cp:revision>
  <dcterms:created xsi:type="dcterms:W3CDTF">2026-06-14T17:58:25Z</dcterms:created>
  <dcterms:modified xsi:type="dcterms:W3CDTF">2026-06-14T17:58:25Z</dcterms:modified>
</cp:coreProperties>
</file>